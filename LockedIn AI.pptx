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Overlock"/>
      <p:regular r:id="rId18"/>
      <p:bold r:id="rId19"/>
      <p:italic r:id="rId20"/>
      <p:boldItalic r:id="rId21"/>
    </p:embeddedFont>
    <p:embeddedFont>
      <p:font typeface="Urbanist SemiBold"/>
      <p:regular r:id="rId22"/>
      <p:bold r:id="rId23"/>
      <p:italic r:id="rId24"/>
      <p:boldItalic r:id="rId25"/>
    </p:embeddedFont>
    <p:embeddedFont>
      <p:font typeface="Urbanist Medium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YSUYkn+mMft8X56YNOSkCaRI4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italic.fntdata"/><Relationship Id="rId22" Type="http://schemas.openxmlformats.org/officeDocument/2006/relationships/font" Target="fonts/UrbanistSemiBold-regular.fntdata"/><Relationship Id="rId21" Type="http://schemas.openxmlformats.org/officeDocument/2006/relationships/font" Target="fonts/Overlock-boldItalic.fntdata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UrbanistMedium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Medium-italic.fntdata"/><Relationship Id="rId27" Type="http://schemas.openxmlformats.org/officeDocument/2006/relationships/font" Target="fonts/Urbanist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Urbanist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7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6.xml"/><Relationship Id="rId32" Type="http://schemas.openxmlformats.org/officeDocument/2006/relationships/font" Target="fonts/Urbanis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Overlock-bold.fntdata"/><Relationship Id="rId18" Type="http://schemas.openxmlformats.org/officeDocument/2006/relationships/font" Target="fonts/Overlock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fae75d6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fae75d6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fae75d62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fae75d627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fae75d627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fae75d627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fae75d627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fae75d627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fae75d627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SaileshPusarla/-Ramaiah-Institute-of-Technology-_-LockedIn-AI-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14775" y="2459500"/>
            <a:ext cx="49086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Ramaiah Institute of Technology</a:t>
            </a:r>
            <a:endParaRPr b="1" sz="4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LockedIn AI</a:t>
            </a:r>
            <a:endParaRPr b="1" sz="40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300">
                <a:solidFill>
                  <a:schemeClr val="dk1"/>
                </a:solidFill>
              </a:rPr>
              <a:t>LockedIn AI is a proactive academic assistant that detects urgency and turns last-minute chaos into clear, actionable study plans in real time.</a:t>
            </a:r>
            <a:endParaRPr b="1" sz="42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Shreyas G · Samarth C · Sailesh P</a:t>
            </a:r>
            <a:br>
              <a:rPr b="1" i="0" lang="en-IN" sz="4000" u="none" cap="none" strike="noStrike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endParaRPr b="1" i="0" sz="4000" u="none" cap="none" strike="noStrike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i="0" sz="1000" u="none" cap="none" strike="noStrike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67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09600" y="2051475"/>
            <a:ext cx="7571400" cy="4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this theme: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IN" sz="1500">
                <a:latin typeface="Urbanist"/>
                <a:ea typeface="Urbanist"/>
                <a:cs typeface="Urbanist"/>
                <a:sym typeface="Urbanist"/>
              </a:rPr>
              <a:t>Students struggle with productivity under time pressure despite having multiple tools.</a:t>
            </a:r>
            <a:endParaRPr i="1" sz="15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r>
              <a:rPr b="1" lang="en-I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Poor prioritization during deadlines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Static study plans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No real-time actionable guidance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Who faces it: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Students during exams, assignments, deadlines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important: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Leads to stress, inefficiency, poor performance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Not a lack of resources, but lack of structured guidance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345146" y="41572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57000" y="1740600"/>
            <a:ext cx="668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Current Solution &amp; Gaps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40500" y="2158725"/>
            <a:ext cx="6105900" cy="3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Existing Solutions: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Google Calendar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→ reminders only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Notion/Todoist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→ static task lists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ChatGPT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→ reactive (needs prompting)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What’s missing: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 urgency detection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 adaptive planning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 “what to do next” guidance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Opportunity:</a:t>
            </a:r>
            <a:br>
              <a:rPr b="1"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 proactive system that </a:t>
            </a:r>
            <a:r>
              <a:rPr i="1" lang="en-IN" sz="15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thinks and acts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for the student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Your Solutions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740471" y="2362820"/>
            <a:ext cx="55704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What we built:</a:t>
            </a:r>
            <a:br>
              <a:rPr b="1"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 sz="15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LockedIn AI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– a proactive academic assistant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Core Idea:</a:t>
            </a:r>
            <a:br>
              <a:rPr b="1"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Detect urgency → prioritize → generate execution plan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Key Features:</a:t>
            </a:r>
            <a:endParaRPr b="1"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Panic Trigger Engine (&lt;24 hrs detection)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Smart Plan Generator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Action Guidance (step-by-step tasks)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Adaptive Deadline Tracking</a:t>
            </a:r>
            <a:endParaRPr sz="18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09600" y="670550"/>
            <a:ext cx="107856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Demo/Product Walkthrough</a:t>
            </a:r>
            <a:endParaRPr sz="37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803710" y="1465553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510600" y="1682950"/>
            <a:ext cx="5570400" cy="4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his is </a:t>
            </a:r>
            <a:r>
              <a:rPr b="1" i="1"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LockedIn AI 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— an intelligent academic productivity assistant designed to help students manage academic workload through adaptive local AI systems.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tudents today often struggle with prioritizing exams, managing multiple deadlines, adapting schedules dynamically, and extracting useful information from lengthy academic material.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ockedIn AI addresses these challenges through a modular AI-assisted productivity workflow optimized specifically for students.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ur system is divided into four major intelligent components: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1. Task Memory Layer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2. Planning Engine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3. Interactive Reasoning Module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4. Knowledge Processing Module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 designed a modular AI system inspired by agent-based architectures like OpenClaw, where planning, summarization, and query handling act as independent intelligent components with shared contextual memory.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system maintains persistent state and contextual memory across tasks, enabling adaptive planning behavior similar to memory modules in agent-based AI architectures.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</a:t>
            </a:r>
            <a:r>
              <a:rPr b="1" i="1"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Task Memory Layer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allows students to dynamically manage and persist academic activities across sessions.</a:t>
            </a:r>
            <a:endParaRPr sz="11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1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asks are stored locally and tracked interactively, enabling continuity and structured academic workflow management.</a:t>
            </a:r>
            <a:endParaRPr sz="3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900" y="1682950"/>
            <a:ext cx="5613500" cy="4740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fae75d627_0_0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fae75d627_0_0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dfae75d627_0_0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5" name="Google Shape;155;g3dfae75d627_0_0"/>
          <p:cNvSpPr/>
          <p:nvPr/>
        </p:nvSpPr>
        <p:spPr>
          <a:xfrm>
            <a:off x="609600" y="670550"/>
            <a:ext cx="104607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Demo/Product Walkthrough</a:t>
            </a:r>
            <a:endParaRPr sz="37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g3dfae75d627_0_0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dfae75d627_0_0"/>
          <p:cNvSpPr txBox="1"/>
          <p:nvPr/>
        </p:nvSpPr>
        <p:spPr>
          <a:xfrm>
            <a:off x="609596" y="1694545"/>
            <a:ext cx="5570400" cy="4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ow moving to the </a:t>
            </a:r>
            <a:r>
              <a:rPr b="1" i="1"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Planning Engine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Planning Engine uses local language model inference to generate adaptive academic schedules based on current student priorities.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system intelligently prioritizes higher-importance academic tasks such as examinations while maintaining concise and structured study plans.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 also optimized prompt constraints extensively to maintain low latency and improve output stability.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 control token generation to ensure low latency and stable outputs.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 also restrict prompt scope aggressively to reduce hallucination behavior and maintain reliable structured responses.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ne of the key capabilities of LockedIn AI is adaptive replanning.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tudents often face changing academic priorities, and the system dynamically restructures schedules in real time based on updated user constraints and workload requirements.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ow moving to the </a:t>
            </a:r>
            <a:r>
              <a:rPr b="1" i="1"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Interactive Reasoning Module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Interactive Reasoning Module enables students to directly interact with the local language model for academic assistance and conceptual clarification.</a:t>
            </a:r>
            <a:endParaRPr sz="12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2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2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his provides lightweight educational support while maintaining local inference execution.</a:t>
            </a:r>
            <a:endParaRPr sz="155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g3dfae75d627_0_0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g3dfae75d62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899" y="1470125"/>
            <a:ext cx="5596749" cy="4875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fae75d627_0_51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fae75d627_0_51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fae75d627_0_51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8" name="Google Shape;168;g3dfae75d627_0_51"/>
          <p:cNvSpPr/>
          <p:nvPr/>
        </p:nvSpPr>
        <p:spPr>
          <a:xfrm>
            <a:off x="609600" y="670550"/>
            <a:ext cx="104607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Demo/Product Walkthrough</a:t>
            </a:r>
            <a:endParaRPr sz="37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g3dfae75d627_0_51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dfae75d627_0_51"/>
          <p:cNvSpPr txBox="1"/>
          <p:nvPr/>
        </p:nvSpPr>
        <p:spPr>
          <a:xfrm>
            <a:off x="609596" y="1694545"/>
            <a:ext cx="5570400" cy="4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inally, the </a:t>
            </a:r>
            <a:r>
              <a:rPr b="1" i="1"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Knowledge Processing Module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tudents frequently work with lengthy and information-dense academic material.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Knowledge Processing Module extracts important concepts and converts large study material into concise revision-oriented summaries for faster learning and review.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echnically, the system combines HTML, CSS, and JavaScript frontend architecture with local AI inference through Ollama and the Qwen2.5 3B language model.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 system also utilizes structured prompt engineering, streamed response handling, and persistent local contextual memory to maintain adaptive workflow behavior.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uture improvements include NPU acceleration, adaptive learning analytics, cloud synchronization, and exam-weightage-based optimization for highly personalized academic scheduling.</a:t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35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</a:t>
            </a:r>
            <a:r>
              <a:rPr lang="en-IN" sz="135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ockedIn AI demonstrates how lightweight local AI systems can improve student productivity through adaptive planning, intelligent reasoning, contextual memory, and efficient knowledge processing.</a:t>
            </a:r>
            <a:endParaRPr sz="165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g3dfae75d627_0_51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g3dfae75d627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375" y="1694550"/>
            <a:ext cx="5547348" cy="44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fae75d627_0_39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dfae75d627_0_39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fae75d627_0_39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1" name="Google Shape;181;g3dfae75d627_0_39"/>
          <p:cNvSpPr/>
          <p:nvPr/>
        </p:nvSpPr>
        <p:spPr>
          <a:xfrm>
            <a:off x="609600" y="670550"/>
            <a:ext cx="104607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7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Demo/Product Walkthrough</a:t>
            </a:r>
            <a:endParaRPr sz="37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g3dfae75d627_0_39"/>
          <p:cNvSpPr/>
          <p:nvPr/>
        </p:nvSpPr>
        <p:spPr>
          <a:xfrm>
            <a:off x="5852160" y="1395928"/>
            <a:ext cx="51207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dfae75d627_0_39"/>
          <p:cNvSpPr txBox="1"/>
          <p:nvPr/>
        </p:nvSpPr>
        <p:spPr>
          <a:xfrm>
            <a:off x="609596" y="1694545"/>
            <a:ext cx="5570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5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4" name="Google Shape;184;g3dfae75d627_0_39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g3dfae75d627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2188" y="1694545"/>
            <a:ext cx="2287637" cy="452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Tech &amp; Architecture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09603" y="1942225"/>
            <a:ext cx="10062900" cy="4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Frontend: </a:t>
            </a:r>
            <a:r>
              <a:rPr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HTML, CSS, JavaScript</a:t>
            </a:r>
            <a:endParaRPr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Backend:</a:t>
            </a: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Node Js</a:t>
            </a:r>
            <a:endParaRPr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AI:</a:t>
            </a: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Phi3 mini / Llama (Local Processing, Privacy+speed)</a:t>
            </a:r>
            <a:endParaRPr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Framework</a:t>
            </a: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:  </a:t>
            </a:r>
            <a:r>
              <a:rPr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OpenClaw </a:t>
            </a:r>
            <a:r>
              <a:rPr i="1"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(planned for agent orchestration and scaling in production)</a:t>
            </a:r>
            <a:endParaRPr sz="2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Interface:</a:t>
            </a: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</a:t>
            </a:r>
            <a:r>
              <a:rPr lang="en-IN" sz="17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Telegram</a:t>
            </a:r>
            <a:endParaRPr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flow:</a:t>
            </a:r>
            <a:endParaRPr sz="18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15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</a:t>
            </a:r>
            <a:r>
              <a:rPr lang="en-IN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ser Interface → API Gateway → Data Persistence Layer → Scheduler &amp; Monitoring Service → Panic Trigger Engine → LLM-Based Planning Module → Task Orchestration Layer → Notification Services (Telegram/WhatsApp) → User Feedback Loop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18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Usage:</a:t>
            </a:r>
            <a:endParaRPr sz="18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Char char="●"/>
            </a:pPr>
            <a:r>
              <a:rPr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Decision-making</a:t>
            </a:r>
            <a:endParaRPr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Char char="●"/>
            </a:pPr>
            <a:r>
              <a:rPr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Task prioritization</a:t>
            </a:r>
            <a:endParaRPr sz="16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Char char="●"/>
            </a:pPr>
            <a:r>
              <a:rPr lang="en-IN" sz="16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Plan generation</a:t>
            </a:r>
            <a:endParaRPr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609600" y="1633725"/>
            <a:ext cx="96483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Font typeface="Urbanist"/>
              <a:buChar char="-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Inspired by agent-based architectures like OpenClaw, our system separates responsibilities into modular intelligent components with shared contextual memory.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SzPts val="1500"/>
              <a:buFont typeface="Urbanist"/>
              <a:buChar char="-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We designed a modular AI system inspired by agent-based architectures like OpenClaw, where planning, summarization, and query handling act as independent components with shared contextual memory.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"/>
              <a:buChar char="-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We control token generation to ensure low latency and stable outputs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"/>
              <a:buChar char="-"/>
            </a:pPr>
            <a:r>
              <a:rPr lang="en-IN" sz="1500">
                <a:latin typeface="Urbanist"/>
                <a:ea typeface="Urbanist"/>
                <a:cs typeface="Urbanist"/>
                <a:sym typeface="Urbanist"/>
              </a:rPr>
              <a:t>We restrict prompt scope to prevent hallucination</a:t>
            </a:r>
            <a:endParaRPr sz="15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1500">
                <a:latin typeface="Urbanist SemiBold"/>
                <a:ea typeface="Urbanist SemiBold"/>
                <a:cs typeface="Urbanist SemiBold"/>
                <a:sym typeface="Urbanist SemiBold"/>
              </a:rPr>
              <a:t>Data Flow:</a:t>
            </a:r>
            <a:endParaRPr sz="1500"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User Input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↓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Planning Engine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↓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Memory Layer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↓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Adaptive Feedback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↓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>
                <a:latin typeface="Urbanist"/>
                <a:ea typeface="Urbanist"/>
                <a:cs typeface="Urbanist"/>
                <a:sym typeface="Urbanist"/>
              </a:rPr>
              <a:t>Output</a:t>
            </a:r>
            <a:endParaRPr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Impact &amp; Use cases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774800" y="1682950"/>
            <a:ext cx="44172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Reduces stress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Improves productivity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Helps perform under pressure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740500" y="1682950"/>
            <a:ext cx="6894900" cy="5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Scenario 1: 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Last-minute exam prep</a:t>
            </a:r>
            <a:br>
              <a:rPr lang="en-I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Scenario 2: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Assignment overload</a:t>
            </a:r>
            <a:br>
              <a:rPr lang="en-I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Scenario 3: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Free time optimization</a:t>
            </a:r>
            <a:br>
              <a:rPr lang="en-IN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IN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Scenario 4: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Daily study planning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Scale Potential: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system is designed modularly, allowing each component (monitoring, planning, notification) to scale independently as demand grows.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Core services can be decoupled into microservices, enabling horizontal scaling and better fault isolation.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architecture supports multi-user concurrency with minimal performance degradation due to lightweight processing and async workflows.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LLM usage can be optimized via caching, batching, or model switching to reduce cost at scale.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platform can evolve from a single-user assistant to an institution-wide system serving thousands of students simultaneously.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Data storage can transition from local JSON to distributed databases for large-scale deployment.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The communication layer (Telegram/WhatsApp) can be extended to web and mobile apps without changing the core logic.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Differentiation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740500" y="1524000"/>
            <a:ext cx="10910100" cy="5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Why we stand out:</a:t>
            </a:r>
            <a:endParaRPr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From reminders → decisions → execution: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We don’t just track tasks, we 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decide and act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on behalf of the user.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Proactive, not reactive: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The system intervenes 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before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the user realizes they’re in trouble.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Time-aware intelligence: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Decisions are driven by urgency, not just task lists.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Panic-to-plan transformation: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Converts high-pressure situations into structured, executable steps instantly.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Action-first design: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Outputs are not suggestions—they are 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clear, next-step instructions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Continuously adaptive: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Plans evolve in real time based on progress and remaining time.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Contextual prioritization: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Focuses on 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high-impact tasks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, not just pending ones.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Zero cognitive load on user: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Eliminates decision fatigue during stressful situations.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Always-on monitoring: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Works in the background without requiring repeated prompts.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Seamless integration: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Fits into platforms students already use (Telegram/WhatsApp).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Lightweight but powerful: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Runs without heavy infrastructure while delivering intelligent behavior.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Bridges the execution gap: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Solves the biggest problem—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knowing what to do next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Technical MOATS:</a:t>
            </a:r>
            <a:endParaRPr sz="1600">
              <a:solidFill>
                <a:schemeClr val="dk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Urgency Intelligence Engine: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Proprietary logic for detecting “panic states” based on time, workload, and progress—not just deadlines.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Real-time adaptive loop: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Continuous monitoring + re-planning creates a dynamic system that’s hard to replicate with static tools.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Context-aware prioritization: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Goes beyond task lists by understanding </a:t>
            </a:r>
            <a:r>
              <a:rPr i="1"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impact vs time left</a:t>
            </a:r>
            <a:r>
              <a:rPr lang="en-I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2560320" y="4145654"/>
            <a:ext cx="9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LockedIn AI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Demo Link</a:t>
            </a:r>
            <a:endParaRPr sz="4267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740496" y="1682945"/>
            <a:ext cx="5570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GitHub Repo link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IN" sz="1100" u="sng">
                <a:solidFill>
                  <a:schemeClr val="hlink"/>
                </a:solidFill>
                <a:hlinkClick r:id="rId3"/>
              </a:rPr>
              <a:t>https://github.com/SaileshPusarla/-Ramaiah-Institute-of-Technology-_-LockedIn-AI-/tree/main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2026-04-27T09:11:02Z</dcterms:created>
  <dc:creator>Prakhar Chandrakar ./PRISM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